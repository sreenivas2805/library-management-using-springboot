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Library Management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Spring Boot 3.x + Bootstrap 5</a:t>
            </a:r>
          </a:p>
          <a:p>
            <a:r>
              <a:t> Sreenivas 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• Full-stack Library Management System</a:t>
            </a:r>
          </a:p>
          <a:p>
            <a:pPr marL="0" indent="0">
              <a:buNone/>
              <a:defRPr sz="2200"/>
            </a:pPr>
            <a:r>
              <a:t>• MVC architecture</a:t>
            </a:r>
          </a:p>
          <a:p>
            <a:pPr marL="0" indent="0">
              <a:buNone/>
              <a:defRPr sz="2200"/>
            </a:pPr>
            <a:r>
              <a:t>• Spring Data JPA &amp; Hibernate</a:t>
            </a:r>
          </a:p>
          <a:p>
            <a:pPr marL="0" indent="0">
              <a:buNone/>
              <a:defRPr sz="2200"/>
            </a:pPr>
            <a:r>
              <a:t>• MySQL / H2 support</a:t>
            </a:r>
          </a:p>
          <a:p>
            <a:pPr marL="0" indent="0">
              <a:buNone/>
              <a:defRPr sz="2200"/>
            </a:pPr>
            <a:r>
              <a:t>• REST API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• Manage books and students</a:t>
            </a:r>
          </a:p>
          <a:p>
            <a:pPr marL="0" indent="0">
              <a:buNone/>
              <a:defRPr sz="2200"/>
            </a:pPr>
            <a:r>
              <a:t>• Issue &amp; return books</a:t>
            </a:r>
          </a:p>
          <a:p>
            <a:pPr marL="0" indent="0">
              <a:buNone/>
              <a:defRPr sz="2200"/>
            </a:pPr>
            <a:r>
              <a:t>• Track inventory</a:t>
            </a:r>
          </a:p>
          <a:p>
            <a:pPr marL="0" indent="0">
              <a:buNone/>
              <a:defRPr sz="2200"/>
            </a:pPr>
            <a:r>
              <a:t>• Provide dashboard analytics</a:t>
            </a:r>
          </a:p>
          <a:p>
            <a:pPr marL="0" indent="0">
              <a:buNone/>
              <a:defRPr sz="2200"/>
            </a:pPr>
            <a:r>
              <a:t>• Reduce manual 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• Dashboard with metrics</a:t>
            </a:r>
          </a:p>
          <a:p>
            <a:pPr marL="0" indent="0">
              <a:buNone/>
              <a:defRPr sz="2200"/>
            </a:pPr>
            <a:r>
              <a:t>• Book &amp; Student CRUD</a:t>
            </a:r>
          </a:p>
          <a:p>
            <a:pPr marL="0" indent="0">
              <a:buNone/>
              <a:defRPr sz="2200"/>
            </a:pPr>
            <a:r>
              <a:t>• Book Issue/Return</a:t>
            </a:r>
          </a:p>
          <a:p>
            <a:pPr marL="0" indent="0">
              <a:buNone/>
              <a:defRPr sz="2200"/>
            </a:pPr>
            <a:r>
              <a:t>• Search functionality</a:t>
            </a:r>
          </a:p>
          <a:p>
            <a:pPr marL="0" indent="0">
              <a:buNone/>
              <a:defRPr sz="2200"/>
            </a:pPr>
            <a:r>
              <a:t>• Sample data initialization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Backend: Spring Boot 3.2.5 (Java 17)</a:t>
            </a:r>
          </a:p>
          <a:p>
            <a:pPr>
              <a:defRPr sz="2200"/>
            </a:pPr>
            <a:r>
              <a:t>Frontend: Thymeleaf, Bootstrap 5</a:t>
            </a:r>
          </a:p>
          <a:p>
            <a:pPr>
              <a:defRPr sz="2200"/>
            </a:pPr>
            <a:r>
              <a:t>Database: MySQL / H2</a:t>
            </a:r>
          </a:p>
          <a:p>
            <a:pPr>
              <a:defRPr sz="2200"/>
            </a:pPr>
            <a:r>
              <a:t>ORM: Spring Data JPA</a:t>
            </a:r>
          </a:p>
          <a:p>
            <a:pPr>
              <a:defRPr sz="2200"/>
            </a:pPr>
            <a:r>
              <a:t>Build: Maven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Presentation Layer (Thymeleaf)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Controller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Service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Repository (JPA)</a:t>
            </a:r>
          </a:p>
          <a:p>
            <a:pPr>
              <a:defRPr sz="2200"/>
            </a:pPr>
            <a:r>
              <a:t>↓</a:t>
            </a:r>
          </a:p>
          <a:p>
            <a:pPr>
              <a:defRPr sz="2200"/>
            </a:pPr>
            <a:r>
              <a:t>MySQL / H2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• Dashboard</a:t>
            </a:r>
          </a:p>
          <a:p>
            <a:pPr marL="0" indent="0">
              <a:buNone/>
              <a:defRPr sz="2200"/>
            </a:pPr>
            <a:r>
              <a:t>• Books Management</a:t>
            </a:r>
          </a:p>
          <a:p>
            <a:pPr marL="0" indent="0">
              <a:buNone/>
              <a:defRPr sz="2200"/>
            </a:pPr>
            <a:r>
              <a:t>• Students Management</a:t>
            </a:r>
          </a:p>
          <a:p>
            <a:pPr marL="0" indent="0">
              <a:buNone/>
              <a:defRPr sz="2200"/>
            </a:pPr>
            <a:r>
              <a:t>• Issue &amp; Return</a:t>
            </a:r>
          </a:p>
          <a:p>
            <a:pPr marL="0" indent="0">
              <a:buNone/>
              <a:defRPr sz="2200"/>
            </a:pPr>
            <a:r>
              <a:t>• REST APIs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 sz="2200"/>
            </a:pPr>
            <a:r>
              <a:t>• Authentication &amp; Roles</a:t>
            </a:r>
          </a:p>
          <a:p>
            <a:pPr marL="0" indent="0">
              <a:buNone/>
              <a:defRPr sz="2200"/>
            </a:pPr>
            <a:r>
              <a:t>• Barcode/QR Support</a:t>
            </a:r>
          </a:p>
          <a:p>
            <a:pPr marL="0" indent="0">
              <a:buNone/>
              <a:defRPr sz="2200"/>
            </a:pPr>
            <a:r>
              <a:t>• Email Notifications</a:t>
            </a:r>
          </a:p>
          <a:p>
            <a:pPr marL="0" indent="0">
              <a:buNone/>
              <a:defRPr sz="2200"/>
            </a:pPr>
            <a:r>
              <a:t>• Fine Calculation</a:t>
            </a:r>
          </a:p>
          <a:p>
            <a:pPr marL="0" indent="0">
              <a:buNone/>
              <a:defRPr sz="2200"/>
            </a:pPr>
            <a:r>
              <a:t>• Cloud Deployment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The project provides a modern, scalable, and user-friendly solution for managing library operations efficiently.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1011</Words>
  <Application>WPS Presentation</Application>
  <PresentationFormat>On-screen Show (4:3)</PresentationFormat>
  <Paragraphs>69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Library Management System</vt:lpstr>
      <vt:lpstr>Project Overview</vt:lpstr>
      <vt:lpstr>Objectives</vt:lpstr>
      <vt:lpstr>Key Features</vt:lpstr>
      <vt:lpstr>Technology Stack</vt:lpstr>
      <vt:lpstr>Architecture</vt:lpstr>
      <vt:lpstr>Modules</vt:lpstr>
      <vt:lpstr>Future Enhancements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ramal</cp:lastModifiedBy>
  <cp:revision>2</cp:revision>
  <dcterms:created xsi:type="dcterms:W3CDTF">2013-01-27T09:14:00Z</dcterms:created>
  <dcterms:modified xsi:type="dcterms:W3CDTF">2026-07-31T04:03:17Z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D4F66A7190F14A2582214F21229779B3_12</vt:lpwstr>
  </property>
  <property fmtid="{D5CDD505-2E9C-101B-9397-08002B2CF9AE}" pid="3" name="KSOProductBuildVer">
    <vt:lpwstr>1033-12.1.0.27458</vt:lpwstr>
  </property>
</Properties>
</file>